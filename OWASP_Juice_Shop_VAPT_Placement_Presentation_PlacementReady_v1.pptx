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8FAFC"/>
                </a:solidFill>
              </a:defRPr>
            </a:pPr>
            <a:r>
              <a:t>Web Application VAPT</a:t>
            </a:r>
          </a:p>
          <a:p>
            <a:pPr>
              <a:defRPr sz="2400">
                <a:solidFill>
                  <a:srgbClr val="06B6D4"/>
                </a:solidFill>
              </a:defRPr>
            </a:pPr>
            <a:r>
              <a:t>OWASP Juice Shop • Burp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71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Practical Vulnerability Assessment &amp; Penetration Testing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Placement Drive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Presented by: Sonu Shukla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Hands-on security testing of a deliberately vulnerable web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182880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64008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Discover web application weaknesses using controlled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182880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64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58568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Verify whether suspected vulnerabilities are actually exploitable.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383280" cy="182880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64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58568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Capture technical evidence, impact and remediation guidance.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Target: OWASP Juice Shop running locally on localhost:3000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Scope: Application-layer testing using Burp Suite and Burp Browser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Testing was performed only against the local training environment.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Testing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Tools and architecture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132588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OWASP Juice 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6177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Deliberately vulnerable web application running in Docker.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5029200" cy="132588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21608"/>
            <a:ext cx="46177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Containerized the Juice Shop application on port 3000.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08760"/>
            <a:ext cx="5029200" cy="132588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64008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73351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Burp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67128"/>
            <a:ext cx="46177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Intercepted HTTP traffic and used Repeater for controlled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063240"/>
            <a:ext cx="5029200" cy="132588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063240"/>
            <a:ext cx="6400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22783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Burp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21608"/>
            <a:ext cx="46177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Used to interact with the local application and validate client-side behavior.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Target URL: http://localhost:3000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Workflow: Browser → Burp Proxy/HTTP history → Repeater →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VAPT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simple, repeatable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4612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4008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28346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Recon &amp; traffic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4612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1907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12848"/>
            <a:ext cx="28346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Identify input/attack surface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24612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1907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12848"/>
            <a:ext cx="28346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Send controlled test cases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39"/>
            <a:ext cx="324612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520439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85031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78807"/>
            <a:ext cx="28346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Validate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20439"/>
            <a:ext cx="324612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20439"/>
            <a:ext cx="6400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685031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178807"/>
            <a:ext cx="28346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Capture evidence &amp; assess impact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520439"/>
            <a:ext cx="324612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520439"/>
            <a:ext cx="64008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685031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178807"/>
            <a:ext cx="28346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Recommend remediation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Finding 01 — DOM-Based XSS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Search functionality • Client-side script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Affected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00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Juice Shop product search route: /#/search?q=…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21208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735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67328"/>
            <a:ext cx="4800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A crafted iframe/javascript payload produced an XSS alert in the browser.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21408"/>
            <a:ext cx="4800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Browser popup displayed: “XSS”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21208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108960"/>
            <a:ext cx="6400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735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67328"/>
            <a:ext cx="4800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Client-side JavaScript execution in the vulnerable application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698480" cy="77724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983480"/>
            <a:ext cx="6400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4807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41848"/>
            <a:ext cx="1028700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CONFIRMED • Evidence captured during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XSS — Technical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What was observed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A search request was first inspected in Burp Repeater.</a:t>
            </a:r>
          </a:p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A simple marker (TEST123) was used to determine whether the API response reflected the input; it was not reflected there.</a:t>
            </a:r>
          </a:p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The browser-side search route was then tested with a controlled XSS payload.</a:t>
            </a:r>
          </a:p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The browser executed the payload and displayed an “XSS” alert, confirming DOM-based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349240"/>
            <a:ext cx="10241280" cy="7315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5349240"/>
            <a:ext cx="64008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513831"/>
            <a:ext cx="9829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Evidence to include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07607"/>
            <a:ext cx="9829800" cy="-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Screenshot of the browser URL + XSS alert popup.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Finding 02 — SQL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Authentication bypass through the login endpoint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POST /rest/user/login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5212080" cy="137160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4008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Parameter Tested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21608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JSON email parameter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21408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HTTP 200 OK with an authentication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40"/>
            <a:ext cx="5212080" cy="137160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64008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278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21608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Authentication bypass into the application’s administrator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10698480" cy="86868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92040"/>
            <a:ext cx="64008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1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Severity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7"/>
            <a:ext cx="10287000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CRITICAL — successful authentication bypass was demonstrated in the local lab.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SQL Injection — Evidence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Burp Repeater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Normal login request: POST /rest/user/login with email and password JSON fields.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Controlled SQLi input was supplied through the email parameter.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The server returned HTTP 200 OK and an authentication object.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The response identified the authenticated account as admin@juice-sh.op.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This demonstrates an authentication-bypass condition in the training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440680"/>
            <a:ext cx="10241280" cy="68580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6400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05272"/>
            <a:ext cx="9829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Evidence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99048"/>
            <a:ext cx="9829800" cy="-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Redact JWT/session tokens and passwords in presentation screenshots.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Findings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2148840" cy="548640"/>
          </a:xfrm>
          <a:prstGeom prst="rect">
            <a:avLst/>
          </a:prstGeom>
          <a:solidFill>
            <a:srgbClr val="2563E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64207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Finding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554480"/>
            <a:ext cx="2331720" cy="548640"/>
          </a:xfrm>
          <a:prstGeom prst="rect">
            <a:avLst/>
          </a:prstGeom>
          <a:solidFill>
            <a:srgbClr val="2563E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1664207"/>
            <a:ext cx="2185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554480"/>
            <a:ext cx="2971800" cy="548640"/>
          </a:xfrm>
          <a:prstGeom prst="rect">
            <a:avLst/>
          </a:prstGeom>
          <a:solidFill>
            <a:srgbClr val="2563E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1664207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554480"/>
            <a:ext cx="1417320" cy="548640"/>
          </a:xfrm>
          <a:prstGeom prst="rect">
            <a:avLst/>
          </a:prstGeom>
          <a:solidFill>
            <a:srgbClr val="2563E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64207"/>
            <a:ext cx="1271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Severity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1554480"/>
            <a:ext cx="1920240" cy="548640"/>
          </a:xfrm>
          <a:prstGeom prst="rect">
            <a:avLst/>
          </a:prstGeom>
          <a:solidFill>
            <a:srgbClr val="2563E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8632" y="1664207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121408"/>
            <a:ext cx="214884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267712"/>
            <a:ext cx="200253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DOM-Based XSS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121408"/>
            <a:ext cx="233172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2267712"/>
            <a:ext cx="2185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Search route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2121408"/>
            <a:ext cx="297180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2267712"/>
            <a:ext cx="2825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Client-side script execution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121408"/>
            <a:ext cx="141732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267712"/>
            <a:ext cx="1271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121408"/>
            <a:ext cx="192024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8632" y="2267712"/>
            <a:ext cx="177393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Confirmed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081528"/>
            <a:ext cx="214884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227832"/>
            <a:ext cx="200253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SQL Injection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081528"/>
            <a:ext cx="233172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3227832"/>
            <a:ext cx="2185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POST /rest/user/login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3081528"/>
            <a:ext cx="297180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9512" y="3227832"/>
            <a:ext cx="2825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Authentication bypass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081528"/>
            <a:ext cx="141732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227832"/>
            <a:ext cx="1271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Critical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3081528"/>
            <a:ext cx="1920240" cy="914400"/>
          </a:xfrm>
          <a:prstGeom prst="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2" y="3227832"/>
            <a:ext cx="177393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Confirmed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Recommended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How the identified issues should be addressed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For SQL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00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Use parameterized queries / prepared statements. Never concatenate user input into SQL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64008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92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For XSS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13048"/>
            <a:ext cx="4800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Apply context-aware output encoding and avoid unsafe DOM sinks; validate and sanitize untrusted input where appropriate.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21408"/>
            <a:ext cx="4800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Enforce robust server-side authentication and ensure failed/ambiguous inputs cannot bypass credential checks.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54680"/>
            <a:ext cx="5212080" cy="1417320"/>
          </a:xfrm>
          <a:prstGeom prst="roundRect">
            <a:avLst/>
          </a:prstGeom>
          <a:solidFill>
            <a:srgbClr val="16273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192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Security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813048"/>
            <a:ext cx="4800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Add automated security tests and regression tests for XSS and authentication-bypass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Skills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Practical capabilities gained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Docker-based deployment of a security training target</a:t>
            </a:r>
          </a:p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HTTP request/response analysis using Burp Suite</a:t>
            </a:r>
          </a:p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Burp Proxy, HTTP history and Repeater workflow</a:t>
            </a:r>
          </a:p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Identification and validation of DOM-based XSS</a:t>
            </a:r>
          </a:p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Identification and validation of SQL Injection authentication bypass</a:t>
            </a:r>
          </a:p>
          <a:p>
            <a:pPr>
              <a:spcAft>
                <a:spcPts val="1200"/>
              </a:spcAft>
              <a:defRPr sz="1700">
                <a:solidFill>
                  <a:srgbClr val="F8FAFC"/>
                </a:solidFill>
              </a:defRPr>
            </a:pPr>
            <a:r>
              <a:t>• Evidence collection and professional vulnerability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A controlled VAPT exercise was completed against OWASP Juice Shop.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Two vulnerabilities were successfully validated: DOM-Based XSS and SQL Injection authentication bypass.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Burp Suite was used to capture, modify and validate HTTP requests.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The exercise produced reproducible technical evidence suitable for security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692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Thank you •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OWASP Juice Shop VAPT • Cybersecurity Project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 b="1"/>
            </a:pPr>
            <a:r>
              <a:t>SQL Injection — Burp Suite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4"/>
            </a:pPr>
            <a:r>
              <a:t>Authentication bypass confirmed on the local OWASP Juice Shop lab</a:t>
            </a:r>
          </a:p>
        </p:txBody>
      </p:sp>
      <p:pic>
        <p:nvPicPr>
          <p:cNvPr id="4" name="Picture 3" descr="sqli_evidence_red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0972800" cy="5786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080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Evidence: POST /rest/user/login → successful authentication response → admin@juice-sh.op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 b="1"/>
            </a:pPr>
            <a:r>
              <a:t>DOM-Based XSS — Browser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4"/>
            </a:pPr>
            <a:r>
              <a:t>Controlled XSS payload executed successfully in the local OWASP Juice Shop lab</a:t>
            </a:r>
          </a:p>
        </p:txBody>
      </p:sp>
      <p:pic>
        <p:nvPicPr>
          <p:cNvPr id="4" name="Picture 3" descr="image(20261007-1219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237" y="1234440"/>
            <a:ext cx="9015219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Evidence: XSS alert displayed by localhost:3000 with the crafted search payload.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/>
            </a:pPr>
            <a:r>
              <a:t>IDOR / BOLA — Burp Suite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/>
            </a:pPr>
            <a:r>
              <a:t>Evidence captured during controlled testing of the local OWASP Juice Shop lab</a:t>
            </a:r>
          </a:p>
        </p:txBody>
      </p:sp>
      <p:pic>
        <p:nvPicPr>
          <p:cNvPr id="4" name="Picture 3" descr="image(20261007-12241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77" y="1234440"/>
            <a:ext cx="913414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 b="1"/>
            </a:pPr>
            <a:r>
              <a:t>Successful access to a different basket object demonstrated missing object-level authorization.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/>
            </a:pPr>
            <a:r>
              <a:t>Sensitive Data Exposure — /ftp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/>
            </a:pPr>
            <a:r>
              <a:t>Evidence captured during controlled testing of the local OWASP Juice Shop lab</a:t>
            </a:r>
          </a:p>
        </p:txBody>
      </p:sp>
      <p:pic>
        <p:nvPicPr>
          <p:cNvPr id="4" name="Picture 3" descr="image(20261007-12290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585" y="1234440"/>
            <a:ext cx="8274524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 b="1"/>
            </a:pPr>
            <a:r>
              <a:t>The confidential acquisitions.md file was directly accessible through the public /ftp path.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/>
            </a:pPr>
            <a:r>
              <a:t>Weak Authentication Controls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/>
            </a:pPr>
            <a:r>
              <a:t>Evidence captured during controlled testing of the local OWASP Juice Shop lab</a:t>
            </a:r>
          </a:p>
        </p:txBody>
      </p:sp>
      <p:pic>
        <p:nvPicPr>
          <p:cNvPr id="4" name="Picture 3" descr="authentication_evidence_red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467" y="1234440"/>
            <a:ext cx="7932761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 b="1"/>
            </a:pPr>
            <a:r>
              <a:t>Repeated failed login attempts did not produce an account-lockout or CAPTCHA response in the lab.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/>
            </a:pPr>
            <a:r>
              <a:t>Improper Error Handling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/>
            </a:pPr>
            <a:r>
              <a:t>Evidence captured during controlled testing of the local OWASP Juice Shop lab</a:t>
            </a:r>
          </a:p>
        </p:txBody>
      </p:sp>
      <p:pic>
        <p:nvPicPr>
          <p:cNvPr id="4" name="Picture 3" descr="image(20261007-12431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559" y="1234440"/>
            <a:ext cx="7316577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 b="1"/>
            </a:pPr>
            <a:r>
              <a:t>The invalid /rest/abc request returned a detailed 500 error with internal application/framework path information.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 b="1"/>
            </a:pPr>
            <a:r>
              <a:t>Placement Project Status — Manual VAPT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96"/>
              </a:spcAft>
              <a:defRPr sz="1368"/>
            </a:pPr>
            <a:r>
              <a:t>• 6 security findings manually validated in the local OWASP Juice Shop lab.</a:t>
            </a:r>
          </a:p>
          <a:p>
            <a:pPr>
              <a:spcAft>
                <a:spcPts val="1296"/>
              </a:spcAft>
              <a:defRPr sz="1368"/>
            </a:pPr>
            <a:r>
              <a:t>• Burp Suite used for HTTP request interception, modification and response analysis.</a:t>
            </a:r>
          </a:p>
          <a:p>
            <a:pPr>
              <a:spcAft>
                <a:spcPts val="1296"/>
              </a:spcAft>
              <a:defRPr sz="1368"/>
            </a:pPr>
            <a:r>
              <a:t>• Docker used to run the Juice Shop test environment.</a:t>
            </a:r>
          </a:p>
          <a:p>
            <a:pPr>
              <a:spcAft>
                <a:spcPts val="1296"/>
              </a:spcAft>
              <a:defRPr sz="1368"/>
            </a:pPr>
            <a:r>
              <a:t>• Evidence screenshots captured for the findings.</a:t>
            </a:r>
          </a:p>
          <a:p>
            <a:pPr>
              <a:spcAft>
                <a:spcPts val="1296"/>
              </a:spcAft>
              <a:defRPr sz="1368"/>
            </a:pPr>
            <a:r>
              <a:t>• Next: finalize the VAPT report, GitHub README, and interview preparation.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